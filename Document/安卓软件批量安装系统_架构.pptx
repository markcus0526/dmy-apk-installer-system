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342" y="-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1270" y="613025"/>
            <a:ext cx="2157573" cy="38933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数据库</a:t>
            </a:r>
            <a:endParaRPr lang="zh-TW" altLang="en-US" sz="1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86910" y="1229474"/>
            <a:ext cx="1438382" cy="38933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>
                <a:solidFill>
                  <a:schemeClr val="tx1"/>
                </a:solidFill>
              </a:rPr>
              <a:t>WEB  SERVICE</a:t>
            </a:r>
            <a:endParaRPr lang="zh-TW" alt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34820" y="1229474"/>
            <a:ext cx="1438382" cy="38933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跟</a:t>
            </a:r>
            <a:r>
              <a:rPr lang="en-US" altLang="zh-CN" sz="1200" b="1" dirty="0" smtClean="0">
                <a:solidFill>
                  <a:schemeClr val="tx1"/>
                </a:solidFill>
              </a:rPr>
              <a:t>PC</a:t>
            </a:r>
            <a:r>
              <a:rPr lang="zh-CN" altLang="en-US" sz="1200" b="1" dirty="0" smtClean="0">
                <a:solidFill>
                  <a:schemeClr val="tx1"/>
                </a:solidFill>
              </a:rPr>
              <a:t>端通讯模块</a:t>
            </a:r>
            <a:endParaRPr lang="zh-TW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72483" y="458912"/>
            <a:ext cx="591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服务器</a:t>
            </a:r>
            <a:endParaRPr lang="zh-TW" altLang="en-US" dirty="0"/>
          </a:p>
        </p:txBody>
      </p:sp>
      <p:sp>
        <p:nvSpPr>
          <p:cNvPr id="10" name="Rectangle 9"/>
          <p:cNvSpPr/>
          <p:nvPr/>
        </p:nvSpPr>
        <p:spPr>
          <a:xfrm>
            <a:off x="2667000" y="304800"/>
            <a:ext cx="4572000" cy="141134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 smtClean="0">
              <a:solidFill>
                <a:schemeClr val="tx1"/>
              </a:solidFill>
            </a:endParaRPr>
          </a:p>
        </p:txBody>
      </p:sp>
      <p:sp>
        <p:nvSpPr>
          <p:cNvPr id="13" name="Cloud 12"/>
          <p:cNvSpPr/>
          <p:nvPr/>
        </p:nvSpPr>
        <p:spPr>
          <a:xfrm>
            <a:off x="2667000" y="2133600"/>
            <a:ext cx="4572000" cy="505326"/>
          </a:xfrm>
          <a:prstGeom prst="clou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因特网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2895600"/>
            <a:ext cx="4114800" cy="27432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b="1" dirty="0" smtClean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" y="2971800"/>
            <a:ext cx="65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PC</a:t>
            </a:r>
            <a:r>
              <a:rPr lang="zh-CN" altLang="en-US" dirty="0" smtClean="0"/>
              <a:t>端</a:t>
            </a:r>
            <a:endParaRPr lang="zh-TW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1752600" y="2971800"/>
            <a:ext cx="2209800" cy="505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跟服务器通讯模块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66800" y="3810000"/>
            <a:ext cx="914400" cy="4331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统</a:t>
            </a:r>
            <a:r>
              <a:rPr lang="zh-CN" altLang="en-US" sz="1200" b="1" dirty="0" smtClean="0">
                <a:solidFill>
                  <a:schemeClr val="tx1"/>
                </a:solidFill>
              </a:rPr>
              <a:t>计分析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86000" y="3810000"/>
            <a:ext cx="914400" cy="4331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>
                <a:solidFill>
                  <a:schemeClr val="tx1"/>
                </a:solidFill>
              </a:rPr>
              <a:t>APK</a:t>
            </a:r>
            <a:r>
              <a:rPr lang="zh-CN" altLang="en-US" sz="1200" b="1" dirty="0" smtClean="0">
                <a:solidFill>
                  <a:schemeClr val="tx1"/>
                </a:solidFill>
              </a:rPr>
              <a:t>下载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505200" y="3810000"/>
            <a:ext cx="914400" cy="4331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驱动下载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86000" y="4343400"/>
            <a:ext cx="914400" cy="4331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>
                <a:solidFill>
                  <a:schemeClr val="tx1"/>
                </a:solidFill>
              </a:rPr>
              <a:t>APK</a:t>
            </a:r>
            <a:r>
              <a:rPr lang="zh-CN" altLang="en-US" sz="1200" b="1" dirty="0" smtClean="0">
                <a:solidFill>
                  <a:schemeClr val="tx1"/>
                </a:solidFill>
              </a:rPr>
              <a:t>安装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05200" y="4343400"/>
            <a:ext cx="914400" cy="4331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驱动安装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5105400"/>
            <a:ext cx="1828800" cy="4331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用户界面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895600" y="5105400"/>
            <a:ext cx="1676400" cy="4331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跟设备通讯模块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34000" y="2895600"/>
            <a:ext cx="2819400" cy="27432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 smtClean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66800" y="4343400"/>
            <a:ext cx="914400" cy="4331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登陆模块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0" y="2971800"/>
            <a:ext cx="110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后</a:t>
            </a:r>
            <a:r>
              <a:rPr lang="zh-CN" altLang="en-US" dirty="0" smtClean="0"/>
              <a:t>台网页</a:t>
            </a:r>
            <a:endParaRPr lang="zh-TW" altLang="en-US" dirty="0"/>
          </a:p>
        </p:txBody>
      </p:sp>
      <p:sp>
        <p:nvSpPr>
          <p:cNvPr id="27" name="Rectangle 26"/>
          <p:cNvSpPr/>
          <p:nvPr/>
        </p:nvSpPr>
        <p:spPr>
          <a:xfrm>
            <a:off x="5791200" y="3810000"/>
            <a:ext cx="914400" cy="4331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>
                <a:solidFill>
                  <a:schemeClr val="tx1"/>
                </a:solidFill>
              </a:rPr>
              <a:t>APK</a:t>
            </a:r>
            <a:r>
              <a:rPr lang="zh-CN" altLang="en-US" sz="1200" b="1" dirty="0" smtClean="0">
                <a:solidFill>
                  <a:schemeClr val="tx1"/>
                </a:solidFill>
              </a:rPr>
              <a:t>管理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58000" y="3810000"/>
            <a:ext cx="914400" cy="4331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用户管理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791200" y="4648200"/>
            <a:ext cx="914400" cy="4331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统计管理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58000" y="4648200"/>
            <a:ext cx="914400" cy="4331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设定功能</a:t>
            </a:r>
            <a:endParaRPr lang="zh-TW" altLang="en-US" sz="1200" b="1" dirty="0" smtClean="0">
              <a:solidFill>
                <a:schemeClr val="tx1"/>
              </a:solidFill>
            </a:endParaRPr>
          </a:p>
        </p:txBody>
      </p:sp>
      <p:pic>
        <p:nvPicPr>
          <p:cNvPr id="31" name="Picture 30" descr="8370ef464cf07f240e192b7d5eff151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867400"/>
            <a:ext cx="533400" cy="708673"/>
          </a:xfrm>
          <a:prstGeom prst="rect">
            <a:avLst/>
          </a:prstGeom>
        </p:spPr>
      </p:pic>
      <p:pic>
        <p:nvPicPr>
          <p:cNvPr id="34" name="Picture 33" descr="shouji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71800" y="6324600"/>
            <a:ext cx="218427" cy="401623"/>
          </a:xfrm>
          <a:prstGeom prst="rect">
            <a:avLst/>
          </a:prstGeom>
        </p:spPr>
      </p:pic>
      <p:pic>
        <p:nvPicPr>
          <p:cNvPr id="35" name="Picture 34" descr="shouji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6600" y="6324600"/>
            <a:ext cx="218427" cy="401623"/>
          </a:xfrm>
          <a:prstGeom prst="rect">
            <a:avLst/>
          </a:prstGeom>
        </p:spPr>
      </p:pic>
      <p:pic>
        <p:nvPicPr>
          <p:cNvPr id="36" name="Picture 35" descr="shouji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14800" y="6324600"/>
            <a:ext cx="218427" cy="401623"/>
          </a:xfrm>
          <a:prstGeom prst="rect">
            <a:avLst/>
          </a:prstGeom>
        </p:spPr>
      </p:pic>
      <p:pic>
        <p:nvPicPr>
          <p:cNvPr id="1026" name="Picture 2" descr="C:\Users\ChoeIS\Downloads\7534a070963c33a8dab4f75c3e203ac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5715000"/>
            <a:ext cx="1057275" cy="595311"/>
          </a:xfrm>
          <a:prstGeom prst="rect">
            <a:avLst/>
          </a:prstGeom>
          <a:noFill/>
        </p:spPr>
      </p:pic>
      <p:sp>
        <p:nvSpPr>
          <p:cNvPr id="41" name="TextBox 40"/>
          <p:cNvSpPr txBox="1"/>
          <p:nvPr/>
        </p:nvSpPr>
        <p:spPr>
          <a:xfrm>
            <a:off x="3581400" y="6260068"/>
            <a:ext cx="34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pic>
        <p:nvPicPr>
          <p:cNvPr id="43" name="Picture 42" descr="9ab360100f3eb09febb9d01e2d485ba4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29400" y="5943600"/>
            <a:ext cx="685800" cy="685800"/>
          </a:xfrm>
          <a:prstGeom prst="rect">
            <a:avLst/>
          </a:prstGeom>
        </p:spPr>
      </p:pic>
      <p:sp>
        <p:nvSpPr>
          <p:cNvPr id="44" name="Up-Down Arrow 43"/>
          <p:cNvSpPr/>
          <p:nvPr/>
        </p:nvSpPr>
        <p:spPr>
          <a:xfrm>
            <a:off x="1752600" y="5638800"/>
            <a:ext cx="152400" cy="304800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 smtClean="0">
              <a:solidFill>
                <a:schemeClr val="tx1"/>
              </a:solidFill>
            </a:endParaRPr>
          </a:p>
        </p:txBody>
      </p:sp>
      <p:sp>
        <p:nvSpPr>
          <p:cNvPr id="45" name="Up-Down Arrow 44"/>
          <p:cNvSpPr/>
          <p:nvPr/>
        </p:nvSpPr>
        <p:spPr>
          <a:xfrm>
            <a:off x="3657600" y="5638800"/>
            <a:ext cx="152400" cy="228600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 smtClean="0">
              <a:solidFill>
                <a:schemeClr val="tx1"/>
              </a:solidFill>
            </a:endParaRPr>
          </a:p>
        </p:txBody>
      </p:sp>
      <p:sp>
        <p:nvSpPr>
          <p:cNvPr id="46" name="Up-Down Arrow 45"/>
          <p:cNvSpPr/>
          <p:nvPr/>
        </p:nvSpPr>
        <p:spPr>
          <a:xfrm>
            <a:off x="6858000" y="5638800"/>
            <a:ext cx="152400" cy="304800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 smtClean="0">
              <a:solidFill>
                <a:schemeClr val="tx1"/>
              </a:solidFill>
            </a:endParaRPr>
          </a:p>
        </p:txBody>
      </p:sp>
      <p:sp>
        <p:nvSpPr>
          <p:cNvPr id="47" name="Up-Down Arrow 46"/>
          <p:cNvSpPr/>
          <p:nvPr/>
        </p:nvSpPr>
        <p:spPr>
          <a:xfrm>
            <a:off x="4953000" y="1752600"/>
            <a:ext cx="152400" cy="304800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 smtClean="0">
              <a:solidFill>
                <a:schemeClr val="tx1"/>
              </a:solidFill>
            </a:endParaRPr>
          </a:p>
        </p:txBody>
      </p:sp>
      <p:sp>
        <p:nvSpPr>
          <p:cNvPr id="48" name="Up-Down Arrow 47"/>
          <p:cNvSpPr/>
          <p:nvPr/>
        </p:nvSpPr>
        <p:spPr>
          <a:xfrm>
            <a:off x="3048000" y="2590800"/>
            <a:ext cx="152400" cy="304800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 smtClean="0">
              <a:solidFill>
                <a:schemeClr val="tx1"/>
              </a:solidFill>
            </a:endParaRPr>
          </a:p>
        </p:txBody>
      </p:sp>
      <p:sp>
        <p:nvSpPr>
          <p:cNvPr id="49" name="Up-Down Arrow 48"/>
          <p:cNvSpPr/>
          <p:nvPr/>
        </p:nvSpPr>
        <p:spPr>
          <a:xfrm>
            <a:off x="6629400" y="2590800"/>
            <a:ext cx="152400" cy="304800"/>
          </a:xfrm>
          <a:prstGeom prst="up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 smtClean="0">
              <a:solidFill>
                <a:schemeClr val="tx1"/>
              </a:solidFill>
            </a:endParaRPr>
          </a:p>
        </p:txBody>
      </p:sp>
      <p:cxnSp>
        <p:nvCxnSpPr>
          <p:cNvPr id="51" name="Straight Connector 50"/>
          <p:cNvCxnSpPr/>
          <p:nvPr/>
        </p:nvCxnSpPr>
        <p:spPr>
          <a:xfrm>
            <a:off x="3048000" y="6248400"/>
            <a:ext cx="1219200" cy="14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rot="5400000">
            <a:off x="3505200" y="61722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5400000">
            <a:off x="3009900" y="6286500"/>
            <a:ext cx="7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rot="5400000">
            <a:off x="4229100" y="6286500"/>
            <a:ext cx="7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rot="5400000">
            <a:off x="3390106" y="6286500"/>
            <a:ext cx="76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81</Words>
  <Application>Microsoft Office PowerPoint</Application>
  <PresentationFormat>On-screen Show (4:3)</PresentationFormat>
  <Paragraphs>21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ChoeIS</dc:creator>
  <cp:lastModifiedBy>ChoeIS</cp:lastModifiedBy>
  <cp:revision>6</cp:revision>
  <dcterms:created xsi:type="dcterms:W3CDTF">2006-08-16T00:00:00Z</dcterms:created>
  <dcterms:modified xsi:type="dcterms:W3CDTF">2013-08-31T01:52:24Z</dcterms:modified>
</cp:coreProperties>
</file>